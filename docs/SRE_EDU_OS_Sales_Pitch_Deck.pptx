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SRE EDU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F59E0B"/>
                </a:solidFill>
              </a:rPr>
              <a:t>School ERP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</a:rPr>
              <a:t>One platform. Every school. Every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32004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Sales Deck  ·  Confidential  ·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Every School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39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📋  Attendance on paper registers — lost or illegible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63039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💸  Fee records in Excel — errors, duplicates, no receipts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📱  Parent updates via WhatsApp — no structure or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📊  Exam results printed and filed — no trend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🧑‍🏫  Teachers juggling 4 different apps and 3 registers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👩‍💼  Owners with no real-time view across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</a:rPr>
              <a:t>Result: Wasted hours. Angry parents. Revenue leakage. Zero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One Platform. Every Role. Zero Chaos.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</a:rPr>
              <a:t>SRE EDU OS replaces every register, spreadsheet, and WhatsApp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2011680" cy="23774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🏢 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Multi-branch
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200400"/>
            <a:ext cx="2011680" cy="23774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3200400"/>
            <a:ext cx="2011680" cy="54864"/>
          </a:xfrm>
          <a:prstGeom prst="rect">
            <a:avLst/>
          </a:prstGeom>
          <a:solidFill>
            <a:srgbClr val="187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871E9"/>
                </a:solidFill>
              </a:rPr>
              <a:t>🛡 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84048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Full school
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200400"/>
            <a:ext cx="2011680" cy="23774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320040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9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👨‍🏫  Teacher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384048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Attendance &amp;
exam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3200400"/>
            <a:ext cx="2011680" cy="23774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32004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🎓  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384048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Results &amp;
timetable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3200400"/>
            <a:ext cx="2011680" cy="23774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20040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👨‍👩‍👧  Parent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384048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Live updates
&amp; fee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Everything a School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📅  Smart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One-click bulk marking. Auto WhatsApp alert to parents for absent students.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💳  Fee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74519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Digital receipts. UPI/Card/Net banking. AI risk scoring of defaulters.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258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📊  Exam &amp; Report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74519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Auto grade calculation. Instant result publication. Parent-ready cards.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39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39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57599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🤖  AI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GPT-4o insights. Dropout risk. Attendance anomalies. Natural language queries.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520439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520439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657599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📱  Mobile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06240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Android + iOS. Parent &amp; Student portals. Push notifications. Offline mode.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520439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520439"/>
            <a:ext cx="3611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657599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🚌  Transport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06240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Bus GPS. Live ETA for parents. Route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Five Role-Specific Portals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</a:rPr>
              <a:t>Beautiful Neu-Skeuomorphism design — every user sees only what they need.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560320"/>
            <a:ext cx="2194560" cy="347472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56032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633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108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Multi-branch KPIs
Revenue overview
Branch comparisons
AI anomaly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560320"/>
            <a:ext cx="2194560" cy="347472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2560320"/>
            <a:ext cx="2194560" cy="411480"/>
          </a:xfrm>
          <a:prstGeom prst="rect">
            <a:avLst/>
          </a:prstGeom>
          <a:solidFill>
            <a:srgbClr val="187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2633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3108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Student management
Fee collection
Staff scheduling
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560320"/>
            <a:ext cx="2194560" cy="347472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2560320"/>
            <a:ext cx="21945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2633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3108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Attendance marking
Exam result entry
Timetable view
Leave 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560320"/>
            <a:ext cx="2194560" cy="347472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2560320"/>
            <a:ext cx="21945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633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108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My results
Attendance record
Timetable
School notices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560320"/>
            <a:ext cx="2194560" cy="347472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2560320"/>
            <a:ext cx="219456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263347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108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Children's updates
Fee payment
Bus tracking
Teacher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Mobile App — Parents &amp;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029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📱  Built with React Native (Expo)
Available on Android &amp; 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Live attendance alerts via push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Fee payment (UPI / Card / Net banking)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Exam results and subject-wise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381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Timetable for the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22191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School notices and circulars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Bus tracking with live 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9028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Offline mode — syncs when back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7433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✅  Secure login with JWT + biometric unlock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188720"/>
            <a:ext cx="6126480" cy="5029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1188720"/>
            <a:ext cx="6126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3716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Design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011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0116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Neu-Skeuomorphism — soft shadows, physical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52374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Parent Accent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5237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Sky Blue  #0EA5E9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0358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Student Accent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0358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Emerald  #10B981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54787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Surface Color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4787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#E0E5EC with dual-component shadows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05993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State Mgmt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05993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Zustand + expo-secure-store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572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API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5720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Axios with JWT auto-refresh on 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08406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08406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AsyncStorage queue + network flush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5961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Push Notifs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59612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Expo Notifications + backend token 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AI Analytics — Powered by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</a:rPr>
              <a:t>Real-time school insights. Natural language queries. Anomaly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5486400" cy="19202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📊  Attendance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Identifies at-risk students (below 75%)
Chronicl absenteeism patterns
Highest-absence day of week
GPT narrative for the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486400" cy="19202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1460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💸  Fee Risk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Scores every student 0–100
HIGH / MEDIUM / LOW labels
Days since last payment
Recommended collection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5486400" cy="19202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📈  Performance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Weak subjects (avg &lt; 60%)
Fail rate by class and subject
AI-generated narrative
90-day rolling 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480560"/>
            <a:ext cx="5486400" cy="192024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48056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1772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🚨  Anomaly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6636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Attendance drops &gt;15% week-on-week
Dropout risk (0 attendance 14 days)
Payment system halt alerts
Real-time, no setup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574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F59E0B"/>
                </a:solidFill>
              </a:rPr>
              <a:t>+ Natural Language Query: "Which class has the worst attendance this month?" — answered 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828800" cy="566928"/>
          </a:xfrm>
          <a:prstGeom prst="rect">
            <a:avLst/>
          </a:prstGeom>
          <a:solidFill>
            <a:srgbClr val="187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188720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280160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Next.js 14 · TypeScript · Tailwind CSS · Recharts · Zustand · React Hook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47088"/>
            <a:ext cx="1828800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3852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847088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938528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React Native · Expo SDK 51 · Expo Router · Zustand · Expo SecureStore · Push Notifications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1828800" cy="56692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6896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505456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2596896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NestJS 10 · TypeScript · TypeORM 0.3 · JWT RBAC (9 roles) · Swagger · Throttler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63824"/>
            <a:ext cx="182880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163824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255264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PostgreSQL 16 · Row Level Security · 18 entities · 9 migration files · UUID PKs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22191"/>
            <a:ext cx="18288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1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3822191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913631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Redis 7 · cache-manager-redis-store · Session caching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80559"/>
            <a:ext cx="182880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1999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4480559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571999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OpenAI GPT-4o · text-embedding-3-small · Custom scoring algorithms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38928"/>
            <a:ext cx="1828800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3036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5138928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230368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AWS ECS / EKS · RDS PostgreSQL · ElastiCache · S3 · 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97296"/>
            <a:ext cx="1828800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888736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5797296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5888736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GitHub Actions · Docker (multi-stage) · Kubernetes · Nginx · Let's Encrypt SSL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Enterprise-Grade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</a:rPr>
              <a:t>Built for schools that take data seriously.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🔐  JWT + Role-Based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9 distinct roles. Every API endpoint guarded. Row Level Security in PostgreSQL.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🔒  End-to-End 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6148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HTTPS/TLS 1.3 everywhere. Passwords bcrypt-hashed. Tokens in SecureStore.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🛡  Rate Limiting &amp; DDoS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NestJS Throttler (100 req/min). Nginx upstream limits. Kubernetes HPA auto-scaling.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3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☁️  Cloud-Native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2452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AWS EKS (Kubernetes). Multi-AZ RDS. Redis ElastiCache. Daily automated backups.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7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📋 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Soft deletes only. created_by / updated_by on every record. Full data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120640"/>
            <a:ext cx="5486400" cy="13258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21207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🔑  Secrets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68756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All keys in Kubernetes Secrets. Never in code. GitHub Actions for CI/CD automation.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Up and Running in One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ONBOARDING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28016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80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17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3172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26080"/>
            <a:ext cx="1874519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Register your school. Receive credentials via email within 30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59" y="128016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59" y="1280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1417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79" y="219456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79" y="21945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233172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2926080"/>
            <a:ext cx="1874519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Add classes, sections, subjects and fee structure in the web portal.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28016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1280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417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19456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21945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233172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Invite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2926080"/>
            <a:ext cx="1874519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Staff receive a welcome email. They log in and are ready to go.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999" y="128016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0999" y="1280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417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19" y="219456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19" y="21945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7" y="233172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Import 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7" y="2926080"/>
            <a:ext cx="1874519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Upload the student list via Excel. Parent WhatsApp invites are sent automatically.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19" y="128016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1280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19456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21945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02367" y="2331720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Go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7" y="2926080"/>
            <a:ext cx="1874519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Teachers mark attendance. Parents receive alerts. AI insights begin on Day 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Average pilot setup time: 4 hours. Average go-live: Day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Built for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</a:rPr>
              <a:t>From 50 students to 10,000 — the platform grows with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79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7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Every school function 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56032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3347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83279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84047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 relational data model with RLS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56032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63347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83279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TypeScript Backend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7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Production-ready NestJS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52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Role-based access control, every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57200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6451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3949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Portal UIs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852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Owner, Admin, Teacher, Student, Parent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572000"/>
            <a:ext cx="3474720" cy="1783080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6451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</a:rPr>
              <a:t>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3949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Branches Supported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852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Scale to unlimited school branches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Simple, Transparent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3566160" cy="502920"/>
          </a:xfrm>
          <a:prstGeom prst="rect">
            <a:avLst/>
          </a:prstGeom>
          <a:solidFill>
            <a:srgbClr val="187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871E9"/>
                </a:solidFill>
              </a:rPr>
              <a:t>₹60,000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per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Up to 300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1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All modules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Email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20% pilot discount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14300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143000"/>
            <a:ext cx="35661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1887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234E"/>
                </a:solidFill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8288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A234E"/>
                </a:solidFill>
              </a:rPr>
              <a:t>₹1,50,000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9260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Up to 1,000 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3375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3 branches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7490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All modules 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WhatsApp + phone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720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AI analytics included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834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20% pilot discount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14300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143000"/>
            <a:ext cx="3566160" cy="5029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1887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8288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A234E"/>
                </a:solidFill>
              </a:rPr>
              <a:t>Custom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pricing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Unlimited 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375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Unlimited branches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490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All modules included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605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Dedicated account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5720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SLA guarantee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9834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✓  Custom integrations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🎁  Pilot schools get 20% off first year. No setup fee. Cancel anytime.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18288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WHY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Why SRE EDU 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4290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39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1031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14883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SRE EDU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031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3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Typical ERP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1031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14883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Spreadsheets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39"/>
            <a:ext cx="34290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51759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Setup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606039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26517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&lt; 1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06039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6517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2–4 weeks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606039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6517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Never "done"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08960"/>
            <a:ext cx="34290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54679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Mobile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10896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59" y="315467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✅ 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10896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15467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Extra cost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10896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15467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11880"/>
            <a:ext cx="34290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57600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AI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61188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59" y="365760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✅ GPT-4o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61188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65760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361188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365760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None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14800"/>
            <a:ext cx="34290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60520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WhatsApp Notifications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411480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59" y="416052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✅ Built-in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11480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16052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3rd party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11480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416052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17720"/>
            <a:ext cx="34290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63440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Multi-Branch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6177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59" y="466344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✅ Unlimited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6177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66344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💰 Per branch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461772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466344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Manual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120640"/>
            <a:ext cx="34290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166359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Fee Payment Online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512064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59" y="51663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✅ UPI/Card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512064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1663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Extra fee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5120640"/>
            <a:ext cx="2514600" cy="475488"/>
          </a:xfrm>
          <a:prstGeom prst="rect">
            <a:avLst/>
          </a:prstGeom>
          <a:solidFill>
            <a:srgbClr val="25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516635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❌ None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623560"/>
            <a:ext cx="34290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669280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Pricing (300 students)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562356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59" y="566928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₹60,000/yr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562356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0" y="566928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₹1.5–3L/yr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5623560"/>
            <a:ext cx="25146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26880" y="5669280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Hidden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Start Your 30-Day Pilot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8632" y="274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GET STARTED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2286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1430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"We replaced 6 different tools with SRE EDU OS. Attendance compliance went from 62% to 91% in the first month. Parents actually know what's happening."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— Principal, Sunrise Academy, Chennai (Pilot School)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2697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📧 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8912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pilots@sreedos.com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749039"/>
            <a:ext cx="2697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3749039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388620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📱 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438912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+91-98765-43210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749039"/>
            <a:ext cx="2697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749039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88620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🌐 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38912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sreedos.com/start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749039"/>
            <a:ext cx="2697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3749039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88620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📅  Book a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38912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sreedos.com/demo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30-day free pilot  ·  No credit card  ·  Setup in one day  ·  20% off on conversion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1">
                <a:solidFill>
                  <a:srgbClr val="F59E0B"/>
                </a:solidFill>
              </a:rPr>
              <a:t>SRE EDU OS — Empowering Schools, Enabling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</a:rPr>
              <a:t>sreedos.com  ·  pilots@sreedos.com  ·  +91-98765-43210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120640"/>
            <a:ext cx="48737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166360"/>
            <a:ext cx="46908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A234E"/>
                </a:solidFill>
              </a:rPr>
              <a:t>Book a Demo → sreedos.com/demo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